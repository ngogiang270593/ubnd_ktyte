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52F7-3E3B-7C06-6880-0A77121A1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BED5A-44E7-983B-1D08-701D68731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7A19D-159C-BCF3-5F26-CFC77533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A1B15-8181-CAD0-6F41-C624D10E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B1623-5DA2-1C34-DA46-DE60CC49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719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4852-A3D4-9DB9-302A-9CB9DA6B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FF9F8-D21E-EEF0-1DCE-7ACCF3AA6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62A7B-E358-4FCE-78F6-8FBD9726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3C967-41D1-04C0-E34C-9F53D060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A606-8273-400C-B765-A3736AAE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25889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7253-3DB7-18A2-85C8-FB9051D49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90254-4AED-42D0-0173-9086DB856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A646-6D3C-3620-5699-4E4D91CB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63572-35A1-309D-C7CE-058AE8A7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9B675-6CC4-3306-6C83-4FF37205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8694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C74E-C328-EFA7-EEF3-B8E56F3F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F1CFD-0774-A1D6-D95C-25BC6A0E4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3991B-A23A-AA61-9303-27EC5D049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007B6-343C-F0E7-7F3E-1A8458D9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DF673-C74B-0EAF-8A66-54291D21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0EB58-6B39-6E17-839E-6ABCA9E9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335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F4BED-11E4-0C54-6E4F-6FF13582C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3CADB-7F14-D1B6-C66D-D88261EBE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CACF5-ECCE-7B88-56CA-5536FC985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F89E2-9AAB-B46E-9096-84EF6D8A6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D9E1C-C319-DBC4-516A-3021A89FF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7762B-BBF9-175D-500D-20F95ABE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14938-6E80-8319-DA7A-74C52927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5368D-6947-E864-6CF9-A7308BBB4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7004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7E3C-3034-3037-5E63-F2BC7534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573EC7-D554-B627-E08A-233A18C7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95167-07DA-CD3C-26C0-DD66534A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84DC9-5C8B-B2F5-57CC-3BC8B5CA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2774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FF342-E267-347A-37AA-22085B49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B8E64-FB7F-8ED8-B52E-05FEC2D74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6EA64-4261-9D0B-81DF-6035AAEF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542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B86E-1F9B-6E90-6697-642BC3E8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8B045-F5E2-4897-EA7B-5BC63104A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5D477-9070-2D0A-5BF9-CFE4113A6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7F549-AC61-538B-FB5C-1E19178B6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98B8B-02B9-1891-CE1E-9626D157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4E0E5-729B-BF6D-2927-3055B1249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8475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9E7E-1215-399F-BF2D-5704CDCA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F89534-0C24-37C8-6318-397012324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14EEF-025E-31EE-523E-F1FB68D24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00FCA-3E5F-1D75-6479-75591916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E9C49-B360-9E12-0EB9-63AF34942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9D9CC-5601-4FE5-4571-23FA6179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3567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08C1-228E-5E3B-964E-56B4A377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D3A93-5CDA-09E2-C5CA-3AD861AEA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A1253-5A6E-77EF-DE9F-F1886518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A27FF-9810-EDAF-D6AC-BF7DA0C8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F5B61-D8B5-C7A5-D845-56D85266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917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0CF37-D274-1FAA-7777-CD5BC689D5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6921F-1C18-4DCE-479A-64C6CD85E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3AB6E-D3EE-644E-B745-A0D04F04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1947F-20E0-C2D2-3D74-BB22403F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400A8-FDB6-4CF2-631B-253B5941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5630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09A9F4-6956-C697-ABE8-DD659DDE4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FC156-098C-AE2D-E5C2-16ED01F44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0F5C1-B6A6-5012-CDDF-9E07C315F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7A96-3FD4-4EBE-A708-BE36626AE703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69CC3-1A8D-EA7D-FD7F-FAFF757A5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1F598-635C-658A-7DF0-D1F5E3A25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F77F8-D9ED-47F4-9C15-8EDFB50C85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2559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CE7D62-7A92-BEA7-2890-D6DFB8A6C2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1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 Giang</dc:creator>
  <cp:lastModifiedBy>Ngo Giang</cp:lastModifiedBy>
  <cp:revision>1</cp:revision>
  <dcterms:created xsi:type="dcterms:W3CDTF">2026-10-13T03:29:01Z</dcterms:created>
  <dcterms:modified xsi:type="dcterms:W3CDTF">2026-10-13T03:29:01Z</dcterms:modified>
</cp:coreProperties>
</file>