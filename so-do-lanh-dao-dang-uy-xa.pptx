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C639-2D3A-7A5C-1B03-24F234CF0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7671B-B379-EC38-F93E-E17BE7055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950E7-48D4-3558-1E93-2200E154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F783A-379D-81C6-DFC0-8FA66F6C6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D727B-7588-781E-7672-3B27AB29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0196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E829-F43B-D9A4-50E3-0191CE6A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15A36-DBE8-57F7-CFE7-629E19E6E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96494-5D64-9ECA-0FB8-50C4F78B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DFEF-6635-D639-3906-1F5A8256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71246-5C46-D3BA-DE65-8A0006F8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1452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03F3-DF6B-4CD8-D994-4B403EFF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A55B8-8529-659A-3F95-66DB418CC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659FD-CAF9-A143-5325-7787E081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B71DA-5FFA-16FA-9BA2-721B909D4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1D6F3-6B35-4748-5566-04C1250D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62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6B9F-2549-BF10-5DEC-ED16915BA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1ED93-D3E9-8FDB-E989-6676F7C24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1AEAC-55C2-E02E-952B-A512A4CC7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B68A0-BCDD-7609-E11E-57C9A433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8BC2B-B1A6-E7F6-DE06-1D009ADE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DD83A-9193-6166-9A23-F8870BBF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7915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8F356-E6DB-35F0-7F5B-1BD663EB9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DCFF4-8368-4704-415D-2ADF19E9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82112-FB33-E7E8-64CF-064708462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F4753-F65D-2BB8-6BAC-22AE12786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0FAA6-5041-0CF7-3E1C-F073C3482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E6DF9E-AA35-D62A-9028-B49DFC5E8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16754-5FFB-3E46-F2E0-9EDD834C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3DBE9-1875-2598-9B02-0F535235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4995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5C34-5E29-BDB5-61BE-56EB2158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19AAA-F96B-199F-B2D1-B2996C444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4BB2F-D69F-A54C-51E1-10301535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7749F-B7AB-E5B0-DD88-C37FBA661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121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EF1AC8-9EB5-32A7-6733-86EC3D76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0E945-C2B7-0013-B8F9-113DCC9B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8B7A6-2969-0FAF-5E58-4CDDCB135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6176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6E8B-F295-79F9-E631-DFE30938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217A5-54C3-6C2E-B4FC-06368A291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756B3-2F9F-BB91-15E9-C8B43B7B9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1236B-FB14-E4EF-363B-26FC7AAF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94A20-5A1A-9914-1925-9C0FB397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490D09-A3EB-5073-0DBE-1624D139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0058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1F945-EB3E-1C85-5BD1-D2789F78F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7F8AA-D47D-8CD2-DC55-B84375143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115E3-A5A6-252A-F56E-7686CE61B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E7B22-2E68-5315-F1C6-EFF185FA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62C58-8E4B-5943-0435-5E141D4B1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AC091-BEB3-D563-9A31-F6DE5FFE6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5294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5390-D72D-936A-6F22-2C5668CB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93B7B-8176-538C-68C6-9029CC869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4A372-3EDF-C77F-657E-731383F7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B6DFC-B51A-0EE8-D2E8-3BAAE522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CE42A-A5A9-8004-02DF-9466D46DA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015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F3BC3-2020-0988-30AD-63BCE44E3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09DC3-F0D9-DDDB-80F8-547217FB8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BB889-4A0E-5A10-3997-57F04765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79E7-E132-B7EE-8869-7E2DBBAE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001E3-D587-478F-4ECC-A3BADEBB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989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DBE1F0-0CDD-754B-83B0-BA8981458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71AA9-0322-BC8C-7FAF-48835752B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99DB1-BED3-2F0B-53D5-E4FE9FCC7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23BCA-CB37-42DF-AF91-66A755D7640B}" type="datetimeFigureOut">
              <a:rPr lang="vi-VN" smtClean="0"/>
              <a:t>13/10/2026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6BB9A-DB43-E1D6-71D6-5D7470615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99854-69B6-9275-513D-4652BB633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3E142-7581-4F55-AFE4-8381ED71FD58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7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52A3A-1AF1-7452-292C-54920323FA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4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Ngo Giang</dc:creator>
  <cp:lastModifiedBy>Ngo Giang</cp:lastModifiedBy>
  <cp:revision>1</cp:revision>
  <dcterms:created xsi:type="dcterms:W3CDTF">2026-10-13T02:57:13Z</dcterms:created>
  <dcterms:modified xsi:type="dcterms:W3CDTF">2026-10-13T02:57:13Z</dcterms:modified>
</cp:coreProperties>
</file>